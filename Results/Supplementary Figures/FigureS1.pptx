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1112500" cy="36004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478" y="1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063" y="589241"/>
            <a:ext cx="8334375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9063" y="1891070"/>
            <a:ext cx="8334375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68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51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197" y="897613"/>
            <a:ext cx="9584531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197" y="2409468"/>
            <a:ext cx="9584531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96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3984" y="958453"/>
            <a:ext cx="4722813" cy="2284452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5703" y="958453"/>
            <a:ext cx="4722813" cy="2284452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26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191691"/>
            <a:ext cx="9584531" cy="695921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432" y="882610"/>
            <a:ext cx="470110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32" y="1315164"/>
            <a:ext cx="4701108" cy="1934409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5703" y="882610"/>
            <a:ext cx="472426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25703" y="1315164"/>
            <a:ext cx="4724260" cy="1934409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62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238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788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240030"/>
            <a:ext cx="3584070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260" y="518398"/>
            <a:ext cx="5625703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432" y="1080135"/>
            <a:ext cx="3584070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22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240030"/>
            <a:ext cx="3584070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4260" y="518398"/>
            <a:ext cx="5625703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432" y="1080135"/>
            <a:ext cx="3584070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27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192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2383" y="191691"/>
            <a:ext cx="2396133" cy="305121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3984" y="191691"/>
            <a:ext cx="7049492" cy="3051215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084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3985" y="191691"/>
            <a:ext cx="9584531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985" y="958453"/>
            <a:ext cx="9584531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3984" y="3337084"/>
            <a:ext cx="250031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433E0-2687-4323-B74E-206C606E0A3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1016" y="3337084"/>
            <a:ext cx="3750469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203" y="3337084"/>
            <a:ext cx="250031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37C71-11E6-4D7F-A8B7-972F2A602D3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22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reenshot, Text, Schrift, Grafiken enthält.&#10;&#10;Automatisch generierte Beschreibu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95" y="101598"/>
            <a:ext cx="10979331" cy="34080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2304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Benutzerdefiniert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>Elbe Kliniken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Zellbiologie</dc:creator>
  <cp:lastModifiedBy>Zellbiologie</cp:lastModifiedBy>
  <cp:revision>1</cp:revision>
  <dcterms:created xsi:type="dcterms:W3CDTF">2025-02-03T10:30:14Z</dcterms:created>
  <dcterms:modified xsi:type="dcterms:W3CDTF">2025-02-03T10:31:04Z</dcterms:modified>
</cp:coreProperties>
</file>